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232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8EC11-50BC-48DC-B53D-4A590C13B037}" type="datetimeFigureOut">
              <a:rPr lang="es-ES" smtClean="0"/>
              <a:t>07/05/2026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DBA6E-CB18-44AF-B15F-DD5D9E2398B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9973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662C5-1BEE-8D81-FCE1-361EC8DF9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A969E3-3F7D-998F-7BD0-9F43702CF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A1EBD5-EE7B-52DA-EEB9-4668EA91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DF70-CFE9-47D9-BDFC-5210D72010AD}" type="datetimeFigureOut">
              <a:rPr lang="es-ES" smtClean="0"/>
              <a:t>07/05/2026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B43FD7-BBF1-8FDC-B36C-4F331C3C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8A2257-C4F6-0417-D134-A10D3A50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4FFB1-D77A-40E7-ACF2-C3165F94DA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972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94507-1663-984F-D1BA-D845D7DC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E3C2E6-685D-D86E-B45A-86EC086A3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D05176-1F3F-53C1-0071-4FCC154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DF70-CFE9-47D9-BDFC-5210D72010AD}" type="datetimeFigureOut">
              <a:rPr lang="es-ES" smtClean="0"/>
              <a:t>07/05/2026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6A3E39-8EFE-ADBF-839A-2F40440F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262BA3-93D9-FCC1-577E-6E3C137DC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4FFB1-D77A-40E7-ACF2-C3165F94DA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862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5111E-0243-5CDB-8E4B-76F146CCE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B2B7FC-AC87-0182-F9F4-4FC2703D0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EA4840-3B9A-E954-A299-2F669305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DF70-CFE9-47D9-BDFC-5210D72010AD}" type="datetimeFigureOut">
              <a:rPr lang="es-ES" smtClean="0"/>
              <a:t>07/05/2026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4F6732-865E-A6C8-FA36-F9D81E08F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BE593A-3655-97C0-D852-714774E9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4FFB1-D77A-40E7-ACF2-C3165F94DA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5673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3CE2F-6330-DE95-7B4C-D935496C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426F94-23CA-8E15-3277-8F467D0BA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C5B68C-B71D-5AA3-4596-BB6AE8527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5248F2-9A53-FFF9-5E79-BD5867415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DF70-CFE9-47D9-BDFC-5210D72010AD}" type="datetimeFigureOut">
              <a:rPr lang="es-ES" smtClean="0"/>
              <a:t>07/05/2026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F2177E-045F-BDBC-4FAE-4395A649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AA89F0-A968-8604-AC42-B60726B0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4FFB1-D77A-40E7-ACF2-C3165F94DA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2559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DD50B-D365-F803-6AC3-EFDB02CA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79B751-8872-A1FA-E744-4E1E403C5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DA57D7-893B-8C76-E239-CA7199FA0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B8FFCD-9966-B8E0-3488-CDB634677B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D9BB06B-D289-E3F1-FA0B-43B7457136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AFE2698-5351-27B0-8337-639A88451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DF70-CFE9-47D9-BDFC-5210D72010AD}" type="datetimeFigureOut">
              <a:rPr lang="es-ES" smtClean="0"/>
              <a:t>07/05/2026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316DA0-414D-1216-762F-63357300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C73EDF7-505C-69AA-2692-BB6089EA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4FFB1-D77A-40E7-ACF2-C3165F94DA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623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74277-93E7-93A3-4FAF-D34EF355D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340CC17-F575-1EEF-5F09-C20E82E08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DF70-CFE9-47D9-BDFC-5210D72010AD}" type="datetimeFigureOut">
              <a:rPr lang="es-ES" smtClean="0"/>
              <a:t>07/05/2026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0D06D95-E2B6-6E88-CC02-0E7FA0E4E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DE0AB-2E1D-09BD-6E7E-1069F7122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4FFB1-D77A-40E7-ACF2-C3165F94DA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529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754C9C4-7D9B-36B9-8D31-AE25EE8E2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DF70-CFE9-47D9-BDFC-5210D72010AD}" type="datetimeFigureOut">
              <a:rPr lang="es-ES" smtClean="0"/>
              <a:t>07/05/2026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279C048-08A6-D216-2FE1-ECCD1AC5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FC874A-813E-5628-8A22-A6A1A530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4FFB1-D77A-40E7-ACF2-C3165F94DA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6823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EC77B-3687-0403-2C36-D32AE367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CB009D-C777-3A87-90D7-EFC58E1F1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0C91384-057E-9FF3-F350-9540D5459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DF355A-E32E-C5DB-002F-12247294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DF70-CFE9-47D9-BDFC-5210D72010AD}" type="datetimeFigureOut">
              <a:rPr lang="es-ES" smtClean="0"/>
              <a:t>07/05/2026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84ED32-8FE4-3959-FBD8-DBF4F0513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908804-AFD7-716C-2516-1DA0E03D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4FFB1-D77A-40E7-ACF2-C3165F94DA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3710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CECE3A-6BCE-1663-E508-8C57ED35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5BC4B2-FD20-4639-F5F1-05B92E7689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A6FD19-5D7A-5187-79BC-FE2783258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F0B896-DE59-80BC-983F-4712410E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DF70-CFE9-47D9-BDFC-5210D72010AD}" type="datetimeFigureOut">
              <a:rPr lang="es-ES" smtClean="0"/>
              <a:t>07/05/2026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7FBBB3-3032-6DDF-734D-55E13AC8E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9185A3-7EC7-A286-7B20-FE9D9F25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4FFB1-D77A-40E7-ACF2-C3165F94DA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0261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88624-097A-9C2C-5C45-3F951CCDE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02BD41-2AB5-141A-854C-6B0682395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F8D366-2636-ABA9-7A31-8ADD0109F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DF70-CFE9-47D9-BDFC-5210D72010AD}" type="datetimeFigureOut">
              <a:rPr lang="es-ES" smtClean="0"/>
              <a:t>07/05/2026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372DCF-F079-E03F-507E-18C4C465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2E2D44-5BBB-C27E-86A0-2001D7A06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4FFB1-D77A-40E7-ACF2-C3165F94DA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7819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3914DC-2412-63E8-E27C-0484306CB9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D45F65-BC58-FDDB-5ECE-AD0605134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7326B9-857F-09AD-8302-3C742117E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8DF70-CFE9-47D9-BDFC-5210D72010AD}" type="datetimeFigureOut">
              <a:rPr lang="es-ES" smtClean="0"/>
              <a:t>07/05/2026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31717A-FE93-A6A7-635B-EC417A70E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50F0EB-8503-CD21-2BE3-685CCE97D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4FFB1-D77A-40E7-ACF2-C3165F94DA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6729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511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B92713D-3C8E-1557-A1BA-A4C077F81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53578C-2C6F-8F3A-B626-DA64D7AB8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87F620-7BE2-8C7F-4F42-5F576A5DB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8DF70-CFE9-47D9-BDFC-5210D72010AD}" type="datetimeFigureOut">
              <a:rPr lang="es-ES" smtClean="0"/>
              <a:t>07/05/2026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D0CB0-475E-416B-F53B-D93ED931B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30D3E1-8258-C3C1-B825-B02D56396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4FFB1-D77A-40E7-ACF2-C3165F94DA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07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18288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 trabajo — Grupo ___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0972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5" name="Text 3"/>
          <p:cNvSpPr/>
          <p:nvPr/>
        </p:nvSpPr>
        <p:spPr>
          <a:xfrm>
            <a:off x="609600" y="999744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Rellenad durante el ejercicio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929" y="1432559"/>
            <a:ext cx="2438400" cy="463296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7" name="Text 5"/>
          <p:cNvSpPr/>
          <p:nvPr/>
        </p:nvSpPr>
        <p:spPr>
          <a:xfrm>
            <a:off x="114889" y="1432559"/>
            <a:ext cx="2316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/ Oportunidad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14249" y="1432559"/>
            <a:ext cx="2560320" cy="463296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9" name="Text 7"/>
          <p:cNvSpPr/>
          <p:nvPr/>
        </p:nvSpPr>
        <p:spPr>
          <a:xfrm>
            <a:off x="2675209" y="1432559"/>
            <a:ext cx="2438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IA propuesta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96489" y="1432559"/>
            <a:ext cx="2194560" cy="463296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1" name="Text 9"/>
          <p:cNvSpPr/>
          <p:nvPr/>
        </p:nvSpPr>
        <p:spPr>
          <a:xfrm>
            <a:off x="5357449" y="1432559"/>
            <a:ext cx="2072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necesarios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12969" y="1432559"/>
            <a:ext cx="1950720" cy="463296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3" name="Text 11"/>
          <p:cNvSpPr/>
          <p:nvPr/>
        </p:nvSpPr>
        <p:spPr>
          <a:xfrm>
            <a:off x="7673929" y="1432559"/>
            <a:ext cx="1828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objetivo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85609" y="1432559"/>
            <a:ext cx="2438400" cy="463296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5" name="Text 13"/>
          <p:cNvSpPr/>
          <p:nvPr/>
        </p:nvSpPr>
        <p:spPr>
          <a:xfrm>
            <a:off x="9746569" y="1432559"/>
            <a:ext cx="2316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paso concreto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29" y="1920239"/>
            <a:ext cx="2438400" cy="143865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 u="sng"/>
          </a:p>
        </p:txBody>
      </p:sp>
      <p:sp>
        <p:nvSpPr>
          <p:cNvPr id="17" name="Shape 15"/>
          <p:cNvSpPr/>
          <p:nvPr/>
        </p:nvSpPr>
        <p:spPr>
          <a:xfrm>
            <a:off x="2614249" y="1920239"/>
            <a:ext cx="2560320" cy="143865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8" name="Shape 16"/>
          <p:cNvSpPr/>
          <p:nvPr/>
        </p:nvSpPr>
        <p:spPr>
          <a:xfrm>
            <a:off x="5296489" y="1920239"/>
            <a:ext cx="2194560" cy="143865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9" name="Shape 17"/>
          <p:cNvSpPr/>
          <p:nvPr/>
        </p:nvSpPr>
        <p:spPr>
          <a:xfrm>
            <a:off x="7612969" y="1920239"/>
            <a:ext cx="1950720" cy="143865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0" name="Shape 18"/>
          <p:cNvSpPr/>
          <p:nvPr/>
        </p:nvSpPr>
        <p:spPr>
          <a:xfrm>
            <a:off x="9685609" y="1920239"/>
            <a:ext cx="2438400" cy="143865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1" name="Text 19"/>
          <p:cNvSpPr/>
          <p:nvPr/>
        </p:nvSpPr>
        <p:spPr>
          <a:xfrm>
            <a:off x="151465" y="1981199"/>
            <a:ext cx="2243328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53929" y="3480815"/>
            <a:ext cx="2438400" cy="1438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3" name="Shape 21"/>
          <p:cNvSpPr/>
          <p:nvPr/>
        </p:nvSpPr>
        <p:spPr>
          <a:xfrm>
            <a:off x="2614249" y="3480815"/>
            <a:ext cx="2560320" cy="1438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4" name="Shape 22"/>
          <p:cNvSpPr/>
          <p:nvPr/>
        </p:nvSpPr>
        <p:spPr>
          <a:xfrm>
            <a:off x="5296489" y="3480815"/>
            <a:ext cx="2194560" cy="1438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5" name="Shape 23"/>
          <p:cNvSpPr/>
          <p:nvPr/>
        </p:nvSpPr>
        <p:spPr>
          <a:xfrm>
            <a:off x="7612969" y="3480815"/>
            <a:ext cx="1950720" cy="1438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6" name="Shape 24"/>
          <p:cNvSpPr/>
          <p:nvPr/>
        </p:nvSpPr>
        <p:spPr>
          <a:xfrm>
            <a:off x="9685609" y="3480815"/>
            <a:ext cx="2438400" cy="1438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7" name="Text 25"/>
          <p:cNvSpPr/>
          <p:nvPr/>
        </p:nvSpPr>
        <p:spPr>
          <a:xfrm>
            <a:off x="151465" y="3541775"/>
            <a:ext cx="2243328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53929" y="5041391"/>
            <a:ext cx="2438400" cy="143865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9" name="Shape 27"/>
          <p:cNvSpPr/>
          <p:nvPr/>
        </p:nvSpPr>
        <p:spPr>
          <a:xfrm>
            <a:off x="2614249" y="5041391"/>
            <a:ext cx="2560320" cy="143865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0" name="Shape 28"/>
          <p:cNvSpPr/>
          <p:nvPr/>
        </p:nvSpPr>
        <p:spPr>
          <a:xfrm>
            <a:off x="5296489" y="5041391"/>
            <a:ext cx="2194560" cy="143865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1" name="Shape 29"/>
          <p:cNvSpPr/>
          <p:nvPr/>
        </p:nvSpPr>
        <p:spPr>
          <a:xfrm>
            <a:off x="7612969" y="5041391"/>
            <a:ext cx="1950720" cy="143865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2" name="Shape 30"/>
          <p:cNvSpPr/>
          <p:nvPr/>
        </p:nvSpPr>
        <p:spPr>
          <a:xfrm>
            <a:off x="9685609" y="5041391"/>
            <a:ext cx="2438400" cy="1438656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3" name="Text 31"/>
          <p:cNvSpPr/>
          <p:nvPr/>
        </p:nvSpPr>
        <p:spPr>
          <a:xfrm>
            <a:off x="151465" y="5102351"/>
            <a:ext cx="2243328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</a:t>
            </a:r>
            <a:endParaRPr lang="en-US" sz="13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Panorámica</PresentationFormat>
  <Paragraphs>11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Aguilar Hernández</dc:creator>
  <cp:lastModifiedBy>Fernando Aguilar Hernández</cp:lastModifiedBy>
  <cp:revision>1</cp:revision>
  <dcterms:created xsi:type="dcterms:W3CDTF">2026-05-07T13:19:34Z</dcterms:created>
  <dcterms:modified xsi:type="dcterms:W3CDTF">2026-05-07T13:20:21Z</dcterms:modified>
</cp:coreProperties>
</file>