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20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integrador final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implantación de IA para un caso real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1463040" cy="54864"/>
          </a:xfrm>
          <a:prstGeom prst="rect">
            <a:avLst/>
          </a:prstGeom>
          <a:solidFill>
            <a:srgbClr val="5588AA"/>
          </a:solidFill>
          <a:ln w="12700">
            <a:solidFill>
              <a:srgbClr val="5588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4-5 personas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ejercicio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todo lo aprendido durante el curso a un caso real de vuestra organización, </a:t>
            </a:r>
            <a:r>
              <a:rPr lang="en-US" sz="16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produciendo</a:t>
            </a: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plan de implantación concreto y accionable.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0604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606040" cy="16459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o proceso de vuestra operación más adecuado para una solución de 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60604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91840" y="1965960"/>
            <a:ext cx="2606040" cy="16459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técnica y organizativa, incluyendo datos, herramientas y cambios de proceso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1965960"/>
            <a:ext cx="260604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080760" y="1965960"/>
            <a:ext cx="2606040" cy="16459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722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2788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roadmap de implantación: fases, recursos, hitos y métricas de éxito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Vuestro caso real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trabajará con un contexto real de uno de sus miembros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8138160" cy="2240280"/>
          </a:xfrm>
          <a:prstGeom prst="rect">
            <a:avLst/>
          </a:prstGeom>
          <a:solidFill>
            <a:srgbClr val="F0F4F8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3794760" cy="228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95528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/ Empresa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039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operación logística (almacén, transporte, aprovisionamiento…)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3794760" cy="228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95528" y="2743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operativo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" y="2999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Pedidos/día, referencias, operarios, m², turnos…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783080"/>
            <a:ext cx="3794760" cy="228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910328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actual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2039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SGA, TMS y nivel de digitalización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743200"/>
            <a:ext cx="3794760" cy="228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910328" y="27432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problemas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2999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2-3 KPIs que peor están hoy y cuánto se desvían del objetivo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813816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CC4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85800" y="40416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 no tenéis un caso propio claro, podéis adaptar el almacén EULEN del día 1 añadiendo vuestro sector y restricciones reales.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del grupo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0292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1143000"/>
            <a:ext cx="758952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207008" y="1197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el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1978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 brevemente el contexto al grupo. Elegid el más rico en datos o problemas.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50292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51560" y="2057400"/>
            <a:ext cx="758952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207008" y="2112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el problema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122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 la matriz impacto-esfuerzo: ¿qué proceso mejoraríais primero con IA y por qué?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50292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51560" y="2971800"/>
            <a:ext cx="758952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207008" y="30266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solución 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0266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tipo de IA, qué datos necesita, qué herramientas o proveedores consideraríais.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50292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51560" y="3886200"/>
            <a:ext cx="758952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207008" y="3941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roadmap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39410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(Quick win → Escala), hitos clave, recursos necesarios y KPIs de seguimiento.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 trabajo — Grupo ___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81381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Rellenad durante el ejercicio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9052560" cy="35661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Fase / Hito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Recursos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KPI de éxito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</a:rPr>
                        <a:t>Quick win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</a:rPr>
                        <a:t>(0-3 meses)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</a:rPr>
                        <a:t>Escalado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</a:rPr>
                        <a:t>(3-9 meses)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</a:rPr>
                        <a:t>Madurez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4A4A"/>
                          </a:solidFill>
                        </a:rPr>
                        <a:t>(9-18 meses)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50976"/>
            <a:ext cx="81381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2651760" cy="3611880"/>
          </a:xfrm>
          <a:prstGeom prst="rect">
            <a:avLst/>
          </a:prstGeom>
          <a:solidFill>
            <a:srgbClr val="E8F1F8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2651760" cy="658368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12648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353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" y="1828800"/>
            <a:ext cx="2423160" cy="25603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12648" y="1828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 meses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" y="219456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datos disponibles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en 1 proceso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hipótesis con datos reales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baseline establecido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078992"/>
            <a:ext cx="2651760" cy="3611880"/>
          </a:xfrm>
          <a:prstGeom prst="rect">
            <a:avLst/>
          </a:prstGeom>
          <a:solidFill>
            <a:srgbClr val="E8F5EF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337560" y="1078992"/>
            <a:ext cx="2651760" cy="658368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447288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1353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447288" y="1828800"/>
            <a:ext cx="2423160" cy="256032"/>
          </a:xfrm>
          <a:prstGeom prst="rect">
            <a:avLst/>
          </a:prstGeom>
          <a:solidFill>
            <a:srgbClr val="1E6B4A"/>
          </a:solidFill>
          <a:ln w="12700">
            <a:solidFill>
              <a:srgbClr val="1E6B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447288" y="1828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meses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02152" y="219456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SGA/ERP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más procesos/turnos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del equipo operativo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modelos con datos propios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078992"/>
            <a:ext cx="2651760" cy="3611880"/>
          </a:xfrm>
          <a:prstGeom prst="rect">
            <a:avLst/>
          </a:prstGeom>
          <a:solidFill>
            <a:srgbClr val="F0EBFB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172200" y="1078992"/>
            <a:ext cx="2651760" cy="658368"/>
          </a:xfrm>
          <a:prstGeom prst="rect">
            <a:avLst/>
          </a:prstGeom>
          <a:solidFill>
            <a:srgbClr val="5C3A8A"/>
          </a:solidFill>
          <a:ln w="12700">
            <a:solidFill>
              <a:srgbClr val="5C3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281928" y="10972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1353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81928" y="1828800"/>
            <a:ext cx="2423160" cy="256032"/>
          </a:xfrm>
          <a:prstGeom prst="rect">
            <a:avLst/>
          </a:prstGeom>
          <a:solidFill>
            <a:srgbClr val="5C3A8A"/>
          </a:solidFill>
          <a:ln w="12700">
            <a:solidFill>
              <a:srgbClr val="5C3A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281928" y="18288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18 meses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36792" y="2194560"/>
            <a:ext cx="2331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decisiones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IA en tiempo real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medido y comunicado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siguiente ciclo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2743200"/>
            <a:ext cx="18288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989320" y="2743200"/>
            <a:ext cx="182880" cy="10972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común del ejercicio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81381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presenta su plan en 5 minutos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0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481328"/>
            <a:ext cx="758952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207008" y="152704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elegisteis y qué datos tenéis disponibles hoy?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502920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21671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2167128"/>
            <a:ext cx="758952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207008" y="221284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solución de IA propusisteis y qué cambios de proceso implica?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502920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28529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2852928"/>
            <a:ext cx="758952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207008" y="289864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quick win concreto que podríais lanzar en 90 días?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38728"/>
            <a:ext cx="502920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35387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3538728"/>
            <a:ext cx="758952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207008" y="358444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KPIs mejoraría y cuánto estimáis que mejorarían?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224528"/>
            <a:ext cx="502920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42245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560" y="4224528"/>
            <a:ext cx="758952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207008" y="427024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obstáculos anticipáis y cómo los superaríais?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5 min por grupo  ·  Debate abierto tras cada presentación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estrategia a la acción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1463040" cy="54864"/>
          </a:xfrm>
          <a:prstGeom prst="rect">
            <a:avLst/>
          </a:prstGeom>
          <a:solidFill>
            <a:srgbClr val="5588AA"/>
          </a:solidFill>
          <a:ln w="12700">
            <a:solidFill>
              <a:srgbClr val="5588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que habéis diseñado hoy es el punto de partida.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 es vuestro.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Compartid el plan con vuestro equipo esta semana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803904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Identificad qué datos tenéis ya disponibles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33088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Buscad al responsable de datos / IT de vuestra organización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462272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Lanzad el piloto en 90 días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535</Words>
  <Application>Microsoft Office PowerPoint</Application>
  <PresentationFormat>Presentación en pantalla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Ejercicio integrador final — Día 2</dc:title>
  <dc:subject>PptxGenJS Presentation</dc:subject>
  <dc:creator>PptxGenJS</dc:creator>
  <cp:lastModifiedBy>Fernando Aguilar Hernández</cp:lastModifiedBy>
  <cp:revision>2</cp:revision>
  <dcterms:created xsi:type="dcterms:W3CDTF">2026-05-08T12:36:03Z</dcterms:created>
  <dcterms:modified xsi:type="dcterms:W3CDTF">2026-05-09T06:12:04Z</dcterms:modified>
</cp:coreProperties>
</file>